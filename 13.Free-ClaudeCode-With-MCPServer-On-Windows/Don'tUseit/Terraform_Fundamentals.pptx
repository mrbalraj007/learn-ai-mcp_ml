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834640"/>
            <a:ext cx="8887968" cy="45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spc="4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Team Knowledge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035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Covering: Terraform files · Hidden directories · Core commands · 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 |  Infrastructure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548640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Terraform?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60934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concept and why it matters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548640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887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1280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 Types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21808" y="160934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.tf files and their purpose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50592"/>
            <a:ext cx="548640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5059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5420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Files &amp; Folders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8712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.terraform/  ·  .lock.hcl  ·  tfstate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450592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450592"/>
            <a:ext cx="548640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45059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25420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Create Them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21808" y="28712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init, plan, apply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712464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12464"/>
            <a:ext cx="548640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1246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8039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Terraform Workflow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" y="41330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lifecycle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712464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712464"/>
            <a:ext cx="548640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71246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38039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&amp; .gitignore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41330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 and what to exclude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TERRAFORM?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2070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Infrastructure as Code tool by HashiCorp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" y="1664208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declarative HCL (HashiCorp Configuration Language) — you describe WHAT you want, Terraform figures out HOW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cloud resources on AWS, Azure, GCP, and 1,000+ providers via plugins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state file to know what infrastructure currently exists vs what is desired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previewed safely before any real infrastructure is touched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config lives in version control — auditable, reviewable, repeatable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577840" y="1170432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0" y="1170432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2435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resources in .tf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066544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2066544"/>
            <a:ext cx="64008" cy="7498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1396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24505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changes — no impact yet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962656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2962656"/>
            <a:ext cx="6400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15000" y="33467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 cloud infrastructure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858768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3858768"/>
            <a:ext cx="64008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3931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15000" y="42428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managed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 TYPES —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15568"/>
            <a:ext cx="42519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1115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517904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resource definitions. Where you declare cloud resources, data sources, locals, and module calls. Entry point of every config.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15568"/>
            <a:ext cx="4251960" cy="3657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1115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18888" y="1517904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 declarations. Defines parameters the config accepts — name, type, description, default, and validation rules.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41401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414016"/>
            <a:ext cx="42519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24140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" y="2816352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 declarations. Exports values after apply — resource IDs, IPs, connection strings — for use by humans or other modules.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41401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414016"/>
            <a:ext cx="425196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4140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18888" y="2816352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values file. Assigns actual values to declared variables. Auto-loaded by Terraform. Never put secrets here.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71246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712464"/>
            <a:ext cx="4251960" cy="3657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37124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" y="4114800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configuration. Tells Terraform where to store the state file — Azure Blob, S3, Terraform Cloud, etc.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71246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12464"/>
            <a:ext cx="4251960" cy="36576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37124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18888" y="4114800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constraints. Pins the Terraform binary version and provider plugin versions for team reproducibility.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.tf FILES — CODE EXAMPLES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4160520" cy="3794760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78992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17904"/>
            <a:ext cx="3950208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Resource block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"azurerm_resource_group" "rg"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var.rg_name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= var.location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= local.tags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 call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"networking"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= "../modules/net"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 = var.environment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= var.location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source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"azurerm_subscription" "current" {}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 = var.environment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managed_by  = "terraform"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17720" y="1078992"/>
            <a:ext cx="4251960" cy="3794760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078992"/>
            <a:ext cx="425196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  +  outputs.tf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8304" y="1517904"/>
            <a:ext cx="4041648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variables.tf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"environment"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"Deployment environment"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  =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= "dev"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= contains(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["dev", "staging", "prod"],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var.environment)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"Must be dev, staging, or prod."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"location"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"Azure region"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  =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= "australiaeast"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outputs.tf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"resource_group_id"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"Resource Group ID"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azurerm_resource_group.rg.id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VERSIONS · TFVARS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115568"/>
            <a:ext cx="2852928" cy="3730752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115568"/>
            <a:ext cx="2852928" cy="40233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1155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591056"/>
            <a:ext cx="268833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"azurerm" {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resource_group_name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"rg-tfstate-prod"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storage_account_name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"stterraformstate"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"tfstate"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"prod/network/tf.tfstate"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use_azuread_auth =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1115568"/>
            <a:ext cx="2852928" cy="3730752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4408" y="1115568"/>
            <a:ext cx="2852928" cy="402336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1155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591056"/>
            <a:ext cx="268833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required_version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"&gt;= 1.5.0"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required_providers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azurerm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"hashicorp/azurerm"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3.90"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"hashicorp/random"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3.5"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27648" y="1115568"/>
            <a:ext cx="2852928" cy="3730752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115568"/>
            <a:ext cx="2852928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1155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591056"/>
            <a:ext cx="268833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= "prod"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"australiaeast"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rg_name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"rg-platform-prod"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log_retention_days = 90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NEVER put secrets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this file!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Key Vault 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CI/CD environment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secrets instead.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─────────────────────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FILES &amp; FOLDERS — AUTO-CREATED BY TERRAFORM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NEVER written by hand — Terraform creates them automatically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64008" cy="164592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904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19656"/>
            <a:ext cx="1572768" cy="23774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1965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init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directory in your working folder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downloaded provider plugin binaries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copies of remote modules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.gitignore — never commit this folder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64008" cy="1645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904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.terraform.lock.hcl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92040" y="1819656"/>
            <a:ext cx="1572768" cy="23774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1965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init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dependency lock file (like package-lock.json)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exact provider versions and checksums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committed to source control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team member uses identical provider versions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218688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218688"/>
            <a:ext cx="64008" cy="1645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91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621024"/>
            <a:ext cx="1572768" cy="23774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6210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apply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931920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real state of deployed infrastructure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Terraform resource names to actual cloud resource IDs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remotely via backend.tf in team environments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sensitive data — NEVER commit to git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218688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218688"/>
            <a:ext cx="64008" cy="1645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291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terraform.tfstate.backup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3621024"/>
            <a:ext cx="1572768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210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apply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931920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state file — saved automatically before each apply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inspection if something goes wrong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same sensitivity as terraform.tfstate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excluded from git via .gitignore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CREATE HIDDEN 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15568"/>
            <a:ext cx="2331720" cy="118872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1207008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 </a:t>
            </a:r>
            <a:pPr indent="0" marL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   and   .terraform.lock.hcl
</a:t>
            </a:r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provider plugins into .terraform/providers/  ·  Downloads modules into .terraform/modules/  ·  Writes exact provider version checksums into .terraform.lock.hcl  ·  Run once per project, re-run when providers or modules change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414016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414016"/>
            <a:ext cx="2331720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414016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-out=tfplan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2505456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 </a:t>
            </a:r>
            <a:pPr indent="0" marL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tfplan  (binary plan file — optional flag)
</a:t>
            </a:r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current state + compares to your config  ·  Shows what would be created (+), changed (~), or destroyed (-)  ·  Does NOT touch real infrastructure  ·  Saving with -out=tfplan allows a safe apply without re-planning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712464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712464"/>
            <a:ext cx="233172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712464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3803904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 </a:t>
            </a:r>
            <a:pPr indent="0" marL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   and   terraform.tfstate.backup
</a:t>
            </a:r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or updates real cloud infrastructure  ·  Writes the new state to terraform.tfstate  ·  Saves the previous state as terraform.tfstate.backup automatically  ·  Will prompt for confirmation unless -auto-approve is passed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COMMANDS — CHEAT SHEET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15568"/>
            <a:ext cx="54864" cy="66751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179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207008"/>
            <a:ext cx="1170432" cy="21031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20700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FIRST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74904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working directory — downloads providers and modules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15568"/>
            <a:ext cx="54864" cy="6675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1179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fmt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1207008"/>
            <a:ext cx="1170432" cy="2103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20700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09744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all .tf files to canonical HCL style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89280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892808"/>
            <a:ext cx="54864" cy="6675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19568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1984248"/>
            <a:ext cx="1170432" cy="2103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98424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PLAN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74904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configuration syntax without connecting to cloud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89280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892808"/>
            <a:ext cx="54864" cy="6675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19568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1984248"/>
            <a:ext cx="1170432" cy="2103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98424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CHANGES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9744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changes would be made — infrastructure is NOT touched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67004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670048"/>
            <a:ext cx="54864" cy="66751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2734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-out=tfplan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4680" y="2761488"/>
            <a:ext cx="1170432" cy="21031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276148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74904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plan to a file for later apply or audit purposes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67004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670048"/>
            <a:ext cx="54864" cy="6675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2734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89520" y="2761488"/>
            <a:ext cx="1170432" cy="210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276148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9744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infrastructure changes — prompts for confirmation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44728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3447288"/>
            <a:ext cx="54864" cy="6675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" y="35112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tfplan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154680" y="3538728"/>
            <a:ext cx="1170432" cy="2103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353872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74904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previously saved plan file — no confirmation prompt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44728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3447288"/>
            <a:ext cx="54864" cy="6675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9744" y="35112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589520" y="3538728"/>
            <a:ext cx="1170432" cy="2103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353872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CAREFUL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09744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ALL infrastructure managed by this state file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422452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28600" y="4224528"/>
            <a:ext cx="54864" cy="6675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4904" y="4288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154680" y="4315968"/>
            <a:ext cx="1170432" cy="2103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54680" y="431596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74904" y="4590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all output values from the current state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422452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4224528"/>
            <a:ext cx="54864" cy="66751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9744" y="4288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0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589520" y="4315968"/>
            <a:ext cx="1170432" cy="21031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89520" y="431596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09744" y="4590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resources tracked in the state file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TERRAFORM WORKFLOW — STEP BY 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15568"/>
            <a:ext cx="2011680" cy="8412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providers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modules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.terraform/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.lock.hcl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67712" y="2990088"/>
            <a:ext cx="173736" cy="0"/>
          </a:xfrm>
          <a:prstGeom prst="line">
            <a:avLst/>
          </a:prstGeom>
          <a:noFill/>
          <a:ln w="31750">
            <a:solidFill>
              <a:srgbClr val="00AC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115568"/>
            <a:ext cx="2011680" cy="84124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2374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4203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fmt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.tf files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HCL syntax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calls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loop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62272" y="2990088"/>
            <a:ext cx="173736" cy="0"/>
          </a:xfrm>
          <a:prstGeom prst="line">
            <a:avLst/>
          </a:prstGeom>
          <a:noFill/>
          <a:ln w="31750">
            <a:solidFill>
              <a:srgbClr val="00AC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5152" y="1115568"/>
            <a:ext cx="2011680" cy="8412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7667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1830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state file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+ add / ~ change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- destroy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safe!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56832" y="2990088"/>
            <a:ext cx="173736" cy="0"/>
          </a:xfrm>
          <a:prstGeom prst="line">
            <a:avLst/>
          </a:prstGeom>
          <a:noFill/>
          <a:ln w="31750">
            <a:solidFill>
              <a:srgbClr val="00ACC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3971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39712" y="1115568"/>
            <a:ext cx="201168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7123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7123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1286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3115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6772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resources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tfstate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.backup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or auto-approve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82803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final step:  terraform destroy  — tears down ALL managed infrastructure  (use with extreme caution in production)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.gitignore — COMMIT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206240" cy="374904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420624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400507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Provider plugins — machine specific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 files — contain secrets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terraform.tfstate.backup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*.tfstate.*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Saved plan files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tfplan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*.tfplan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Auto-loaded var files (may have secrets)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*.auto.tfvars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override files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override.tf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override.tf.json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IDE clutter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.idea/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*.swp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36592" y="1097280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1097280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097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23560" y="11338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344168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binaries, machine-specific. Re-created by terraform init.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1627632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627632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6276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23560" y="16642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1874520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resource IDs, IPs, and often passwords.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2157984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2157984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1579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2194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*.tfstate.backup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404872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sensitivity as the state file.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2688336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688336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6883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23560" y="27249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*.auto.tfvars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935224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contain credentials if auto-loaded.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6592" y="3218688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3218688"/>
            <a:ext cx="822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2186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23560" y="32552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.terraform.lock.hcl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3465576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identical provider versions across the team.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3749040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3749040"/>
            <a:ext cx="822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23560" y="3785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 files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23560" y="3995928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Terraform code belongs in source control.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36592" y="4279392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36592" y="4279392"/>
            <a:ext cx="822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4279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23560" y="43159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23560" y="4526280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commit if it contains no secrets.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FOLDER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389120" cy="374904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438912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4169664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terraform-project/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main.tf         # Resources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variables.tf    # Inputs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outputs.tf      # Outputs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versions.tf     # Provider pins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backend.tf      # Remote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terraform.tfvars# Var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networking/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main.tf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variables.tf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outputs.tf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environments/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dev/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staging/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prod/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097280"/>
            <a:ext cx="64008" cy="466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5776" y="1143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65776" y="1371600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point. Declares resources, data sources, module calls.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0" y="1636776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636776"/>
            <a:ext cx="64008" cy="466344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6824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5776" y="1911096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with type, description, default, and validation.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2176272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176272"/>
            <a:ext cx="64008" cy="4663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22199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65776" y="2450592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values for other configs or team reference.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715768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715768"/>
            <a:ext cx="64008" cy="46634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65776" y="27614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0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65776" y="2990088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Terraform binary and provider plugin versions.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255264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255264"/>
            <a:ext cx="64008" cy="46634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5776" y="330098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65776" y="3529584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config — required for teams.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3794760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3794760"/>
            <a:ext cx="64008" cy="4663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38404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65776" y="4069080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value assignments per environment.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4334256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4334256"/>
            <a:ext cx="64008" cy="4663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437997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65776" y="4608576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components. One module = one infrastructure unit.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82296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78992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097280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Terraform project needs:  main.tf  ·  variables.tf  ·  outputs.tf  ·  versions.tf  ·  backend.tf  ·  terraform.tfvars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1901952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creates .terraform/ (providers/modules) and .terraform.lock.hcl — commit the lock file, never the folder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688336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88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2706624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creates terraform.tfstate — the most critical file — store remotely via backend.tf, never in git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3511296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always:  init → fmt → validate → plan → apply  — never skip reviewing the plan output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97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4315968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.terraform/, *.tfstate, and *.tfstate.backup to .gitignore — always commit *.tf files and .terraform.lock.hcl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terraform.io/docs  —  Official Terraform documentation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developer.hashicorp.com/terraform/tutorials  —  Hands-on labs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registry.terraform.io  —  Provider and module registry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github.com/github/gitignore  —  Terraform .gitignore template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Fundamentals</dc:title>
  <dc:subject>PptxGenJS Presentation</dc:subject>
  <dc:creator>Infrastructure Team</dc:creator>
  <cp:lastModifiedBy>Infrastructure Team</cp:lastModifiedBy>
  <cp:revision>1</cp:revision>
  <dcterms:created xsi:type="dcterms:W3CDTF">2026-05-24T00:39:03Z</dcterms:created>
  <dcterms:modified xsi:type="dcterms:W3CDTF">2026-05-24T00:39:03Z</dcterms:modified>
</cp:coreProperties>
</file>