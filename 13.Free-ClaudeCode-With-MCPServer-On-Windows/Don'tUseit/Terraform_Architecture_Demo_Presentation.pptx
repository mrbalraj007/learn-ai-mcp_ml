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72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118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Terraform Architecture Demo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70000" lnSpcReduction="20000"/>
          </a:bodyPr>
          <a:lstStyle/>
          <a:p>
            <a:r>
              <a:t>Professional internal team presentation</a:t>
            </a:r>
          </a:p>
          <a:p>
            <a:r>
              <a:t>Terraform workflow, state management, hidden files, enterprise architecture</a:t>
            </a:r>
          </a:p>
          <a:p>
            <a:r>
              <a:t>AI-assisted Terraform using Claude Code + NVIDIA API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Terraform?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Infrastructure as Code (IaC) tool by HashiCorp</a:t>
            </a:r>
          </a:p>
          <a:p>
            <a:r>
              <a:t>Automates cloud infrastructure provisioning</a:t>
            </a:r>
          </a:p>
          <a:p>
            <a:r>
              <a:t>Supports AWS, Azure, GCP, Kubernetes, VMware and more</a:t>
            </a:r>
          </a:p>
          <a:p>
            <a:r>
              <a:t>Uses declarative configuration language (HCL)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Terraform Core Concepts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Provider = communicates with cloud APIs</a:t>
            </a:r>
          </a:p>
          <a:p>
            <a:r>
              <a:t>Resource = infrastructure object</a:t>
            </a:r>
          </a:p>
          <a:p>
            <a:r>
              <a:t>Variable = reusable input</a:t>
            </a:r>
          </a:p>
          <a:p>
            <a:r>
              <a:t>Output = exported value</a:t>
            </a:r>
          </a:p>
          <a:p>
            <a:r>
              <a:t>Module = reusable Terraform component</a:t>
            </a:r>
          </a:p>
          <a:p>
            <a:r>
              <a:t>State = source of truth for infrastructure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Terraform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Write Terraform code</a:t>
            </a:r>
          </a:p>
          <a:p>
            <a:r>
              <a:rPr dirty="0"/>
              <a:t>terraform </a:t>
            </a:r>
            <a:r>
              <a:rPr dirty="0" err="1"/>
              <a:t>init</a:t>
            </a:r>
            <a:endParaRPr dirty="0"/>
          </a:p>
          <a:p>
            <a:r>
              <a:rPr dirty="0"/>
              <a:t>terraform validate</a:t>
            </a:r>
          </a:p>
          <a:p>
            <a:r>
              <a:rPr dirty="0"/>
              <a:t>terraform </a:t>
            </a:r>
            <a:r>
              <a:rPr dirty="0" err="1"/>
              <a:t>fmt</a:t>
            </a:r>
            <a:endParaRPr dirty="0"/>
          </a:p>
          <a:p>
            <a:r>
              <a:rPr dirty="0"/>
              <a:t>terraform plan</a:t>
            </a:r>
          </a:p>
          <a:p>
            <a:r>
              <a:rPr dirty="0"/>
              <a:t>terraform apply</a:t>
            </a:r>
          </a:p>
          <a:p>
            <a:r>
              <a:rPr dirty="0"/>
              <a:t>terraform destroy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62A8420-CA01-0CF1-09B6-692CDBC3368A}"/>
              </a:ext>
            </a:extLst>
          </p:cNvPr>
          <p:cNvSpPr txBox="1"/>
          <p:nvPr/>
        </p:nvSpPr>
        <p:spPr>
          <a:xfrm>
            <a:off x="5102352" y="1739522"/>
            <a:ext cx="3776472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Write Code</a:t>
            </a:r>
          </a:p>
          <a:p>
            <a:r>
              <a:rPr lang="en-AU" dirty="0"/>
              <a:t>   ↓</a:t>
            </a:r>
          </a:p>
          <a:p>
            <a:r>
              <a:rPr lang="en-AU" dirty="0"/>
              <a:t>terraform </a:t>
            </a:r>
            <a:r>
              <a:rPr lang="en-AU" dirty="0" err="1"/>
              <a:t>init</a:t>
            </a:r>
            <a:endParaRPr lang="en-AU" dirty="0"/>
          </a:p>
          <a:p>
            <a:r>
              <a:rPr lang="en-AU" dirty="0"/>
              <a:t>   ↓</a:t>
            </a:r>
          </a:p>
          <a:p>
            <a:r>
              <a:rPr lang="en-AU" dirty="0"/>
              <a:t>terraform validate</a:t>
            </a:r>
          </a:p>
          <a:p>
            <a:r>
              <a:rPr lang="en-AU" dirty="0"/>
              <a:t>   ↓</a:t>
            </a:r>
          </a:p>
          <a:p>
            <a:r>
              <a:rPr lang="en-AU" dirty="0"/>
              <a:t>terraform </a:t>
            </a:r>
            <a:r>
              <a:rPr lang="en-AU" dirty="0" err="1"/>
              <a:t>fmt</a:t>
            </a:r>
            <a:endParaRPr lang="en-AU" dirty="0"/>
          </a:p>
          <a:p>
            <a:r>
              <a:rPr lang="en-AU" dirty="0"/>
              <a:t>   ↓</a:t>
            </a:r>
          </a:p>
          <a:p>
            <a:r>
              <a:rPr lang="en-AU" dirty="0"/>
              <a:t>terraform plan</a:t>
            </a:r>
          </a:p>
          <a:p>
            <a:r>
              <a:rPr lang="en-AU" dirty="0"/>
              <a:t>   ↓</a:t>
            </a:r>
          </a:p>
          <a:p>
            <a:r>
              <a:rPr lang="en-AU" dirty="0"/>
              <a:t>terraform apply</a:t>
            </a:r>
          </a:p>
          <a:p>
            <a:r>
              <a:rPr lang="en-AU" dirty="0"/>
              <a:t>   ↓</a:t>
            </a:r>
          </a:p>
          <a:p>
            <a:r>
              <a:rPr lang="en-AU" dirty="0"/>
              <a:t>terraform state updated</a:t>
            </a:r>
          </a:p>
          <a:p>
            <a:r>
              <a:rPr lang="en-AU" dirty="0"/>
              <a:t>   ↓</a:t>
            </a:r>
          </a:p>
          <a:p>
            <a:r>
              <a:rPr lang="en-AU" dirty="0"/>
              <a:t>terraform destroy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A94A97-9FE9-AC6F-07C4-856015AE5A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4E98D0-7184-29CF-E324-9E2BF5454F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Terraform </a:t>
            </a:r>
            <a:r>
              <a:rPr lang="en-US" dirty="0"/>
              <a:t>Init</a:t>
            </a:r>
            <a:endParaRPr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C4AEB3B-0CE2-E6CB-F4E6-AAAC89330C4C}"/>
              </a:ext>
            </a:extLst>
          </p:cNvPr>
          <p:cNvSpPr txBox="1"/>
          <p:nvPr/>
        </p:nvSpPr>
        <p:spPr>
          <a:xfrm>
            <a:off x="1051560" y="1227458"/>
            <a:ext cx="377647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Purpose: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Initializes project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Downloads providers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Creates .terraform/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Initializes backend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665F11B-B2A3-7F64-DBCD-513A4AEDDA1E}"/>
              </a:ext>
            </a:extLst>
          </p:cNvPr>
          <p:cNvSpPr txBox="1"/>
          <p:nvPr/>
        </p:nvSpPr>
        <p:spPr>
          <a:xfrm>
            <a:off x="4951476" y="1227458"/>
            <a:ext cx="377647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/>
              <a:t>Creates:</a:t>
            </a:r>
          </a:p>
          <a:p>
            <a:r>
              <a:rPr lang="pt-BR" dirty="0"/>
              <a:t>.terraform/</a:t>
            </a:r>
            <a:br>
              <a:rPr lang="pt-BR" dirty="0"/>
            </a:br>
            <a:r>
              <a:rPr lang="pt-BR" dirty="0"/>
              <a:t>.terraform.lock.hcl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4781431-A90A-3C07-DEF3-2F86F85D6E6D}"/>
              </a:ext>
            </a:extLst>
          </p:cNvPr>
          <p:cNvSpPr txBox="1"/>
          <p:nvPr/>
        </p:nvSpPr>
        <p:spPr>
          <a:xfrm>
            <a:off x="3168396" y="4062098"/>
            <a:ext cx="377647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Explain:</a:t>
            </a:r>
          </a:p>
          <a:p>
            <a:r>
              <a:rPr lang="en-US" dirty="0"/>
              <a:t>Plugin download </a:t>
            </a:r>
          </a:p>
          <a:p>
            <a:r>
              <a:rPr lang="en-US" dirty="0"/>
              <a:t>Version locking </a:t>
            </a:r>
          </a:p>
          <a:p>
            <a:r>
              <a:rPr lang="en-US" dirty="0"/>
              <a:t>Backend initialization</a:t>
            </a:r>
          </a:p>
        </p:txBody>
      </p:sp>
    </p:spTree>
    <p:extLst>
      <p:ext uri="{BB962C8B-B14F-4D97-AF65-F5344CB8AC3E}">
        <p14:creationId xmlns:p14="http://schemas.microsoft.com/office/powerpoint/2010/main" val="16345171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Terraform Files Explained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main.tf → infrastructure resources</a:t>
            </a:r>
          </a:p>
          <a:p>
            <a:r>
              <a:t>variables.tf → reusable variables</a:t>
            </a:r>
          </a:p>
          <a:p>
            <a:r>
              <a:t>terraform.tfvars → variable values</a:t>
            </a:r>
          </a:p>
          <a:p>
            <a:r>
              <a:t>outputs.tf → exported outputs</a:t>
            </a:r>
          </a:p>
          <a:p>
            <a:r>
              <a:t>provider.tf → provider configuration</a:t>
            </a:r>
          </a:p>
          <a:p>
            <a:r>
              <a:t>versions.tf → version locking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Terraform State File Deep Dive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terraform.tfstate stores infrastructure metadata</a:t>
            </a:r>
          </a:p>
          <a:p>
            <a:r>
              <a:t>Tracks resource IDs and dependencies</a:t>
            </a:r>
          </a:p>
          <a:p>
            <a:r>
              <a:t>Used for drift detection</a:t>
            </a:r>
          </a:p>
          <a:p>
            <a:r>
              <a:t>Without state Terraform loses tracking</a:t>
            </a:r>
          </a:p>
          <a:p>
            <a:r>
              <a:t>Critical for lifecycle management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Local State vs Remote State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Local State = terraform.tfstate on local machine</a:t>
            </a:r>
          </a:p>
          <a:p>
            <a:r>
              <a:t>Remote State = S3 / Azure Storage / Terraform Cloud</a:t>
            </a:r>
          </a:p>
          <a:p>
            <a:r>
              <a:t>Remote state supports collaboration</a:t>
            </a:r>
          </a:p>
          <a:p>
            <a:r>
              <a:t>Enables locking and versioning</a:t>
            </a:r>
          </a:p>
          <a:p>
            <a:r>
              <a:t>Production environments should use remote state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Terraform Hidden Files &amp; Directories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.terraform/ → working directory</a:t>
            </a:r>
          </a:p>
          <a:p>
            <a:r>
              <a:t>.terraform/providers/ → provider binaries</a:t>
            </a:r>
          </a:p>
          <a:p>
            <a:r>
              <a:t>.terraform/modules/ → downloaded modules</a:t>
            </a:r>
          </a:p>
          <a:p>
            <a:r>
              <a:t>.terraform.lock.hcl → provider lock file</a:t>
            </a:r>
          </a:p>
          <a:p>
            <a:r>
              <a:t>.terraform.tfstate.lock.info → state locking metadata</a:t>
            </a:r>
          </a:p>
          <a:p>
            <a:r>
              <a:t>terraform.tfstate.backup → state backup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Terraform Backend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backend.tf defines remote backend</a:t>
            </a:r>
          </a:p>
          <a:p>
            <a:r>
              <a:t>S3 backend commonly used in AWS</a:t>
            </a:r>
          </a:p>
          <a:p>
            <a:r>
              <a:t>DynamoDB used for state locking</a:t>
            </a:r>
          </a:p>
          <a:p>
            <a:r>
              <a:t>Prevents concurrent modifications</a:t>
            </a:r>
          </a:p>
          <a:p>
            <a:r>
              <a:t>Critical for enterprise environments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Terraform Enterprise Folder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environments/dev</a:t>
            </a:r>
          </a:p>
          <a:p>
            <a:r>
              <a:t>environments/prod</a:t>
            </a:r>
          </a:p>
          <a:p>
            <a:r>
              <a:t>modules/vpc</a:t>
            </a:r>
          </a:p>
          <a:p>
            <a:r>
              <a:t>modules/ec2</a:t>
            </a:r>
          </a:p>
          <a:p>
            <a:r>
              <a:t>modules/security-group</a:t>
            </a:r>
          </a:p>
          <a:p>
            <a:r>
              <a:t>scripts, docs, backend, README.md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Terraform State Commands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terraform state list</a:t>
            </a:r>
          </a:p>
          <a:p>
            <a:r>
              <a:t>terraform state show</a:t>
            </a:r>
          </a:p>
          <a:p>
            <a:r>
              <a:t>terraform state rm</a:t>
            </a:r>
          </a:p>
          <a:p>
            <a:r>
              <a:t>terraform import</a:t>
            </a:r>
          </a:p>
          <a:p>
            <a:r>
              <a:t>Used for advanced infrastructure management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Terraform Best Practices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 remote backend</a:t>
            </a:r>
          </a:p>
          <a:p>
            <a:r>
              <a:t>Never commit state files</a:t>
            </a:r>
          </a:p>
          <a:p>
            <a:r>
              <a:t>Use reusable modules</a:t>
            </a:r>
          </a:p>
          <a:p>
            <a:r>
              <a:t>Lock provider versions</a:t>
            </a:r>
          </a:p>
          <a:p>
            <a:r>
              <a:t>Separate environments</a:t>
            </a:r>
          </a:p>
          <a:p>
            <a:r>
              <a:t>Use CI/CD pipelines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AI-Assisted Terraform Engineering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Claude Code with NVIDIA API</a:t>
            </a:r>
          </a:p>
          <a:p>
            <a:r>
              <a:t>Generate Terraform modules</a:t>
            </a:r>
          </a:p>
          <a:p>
            <a:r>
              <a:t>Troubleshoot Terraform errors</a:t>
            </a:r>
          </a:p>
          <a:p>
            <a:r>
              <a:t>Generate documentation and README files</a:t>
            </a:r>
          </a:p>
          <a:p>
            <a:r>
              <a:t>Accelerate Infrastructure as Code workflows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Security &amp; Governance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Do not expose secrets or state files to AI tools</a:t>
            </a:r>
          </a:p>
          <a:p>
            <a:r>
              <a:t>Use RBAC and audit logging</a:t>
            </a:r>
          </a:p>
          <a:p>
            <a:r>
              <a:t>Protect backend state storage</a:t>
            </a:r>
          </a:p>
          <a:p>
            <a:r>
              <a:t>Enable encryption and versioning</a:t>
            </a:r>
          </a:p>
          <a:p>
            <a:r>
              <a:t>Use least privilege IAM roles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Recommended Live Demo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terraform init</a:t>
            </a:r>
          </a:p>
          <a:p>
            <a:r>
              <a:t>Show .terraform hidden directory</a:t>
            </a:r>
          </a:p>
          <a:p>
            <a:r>
              <a:t>terraform plan</a:t>
            </a:r>
          </a:p>
          <a:p>
            <a:r>
              <a:t>terraform apply</a:t>
            </a:r>
          </a:p>
          <a:p>
            <a:r>
              <a:t>terraform state list</a:t>
            </a:r>
          </a:p>
          <a:p>
            <a:r>
              <a:t>AI-assisted troubleshooting demo</a:t>
            </a:r>
          </a:p>
          <a:p>
            <a:r>
              <a:t>terraform destroy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Terraform + AI-assisted engineering</a:t>
            </a:r>
          </a:p>
          <a:p>
            <a:r>
              <a:t>Enterprise-grade Infrastructure as Code</a:t>
            </a:r>
          </a:p>
          <a:p>
            <a:r>
              <a:t>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528</Words>
  <Application>Microsoft Office PowerPoint</Application>
  <PresentationFormat>On-screen Show (4:3)</PresentationFormat>
  <Paragraphs>127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Terraform Architecture Demo</vt:lpstr>
      <vt:lpstr>What is Terraform?</vt:lpstr>
      <vt:lpstr>Terraform Core Concepts</vt:lpstr>
      <vt:lpstr>Terraform Workflow</vt:lpstr>
      <vt:lpstr>Terraform Init</vt:lpstr>
      <vt:lpstr>Terraform Files Explained</vt:lpstr>
      <vt:lpstr>Terraform State File Deep Dive</vt:lpstr>
      <vt:lpstr>Local State vs Remote State</vt:lpstr>
      <vt:lpstr>Terraform Hidden Files &amp; Directories</vt:lpstr>
      <vt:lpstr>Terraform Backend Architecture</vt:lpstr>
      <vt:lpstr>Terraform Enterprise Folder Structure</vt:lpstr>
      <vt:lpstr>Terraform State Commands</vt:lpstr>
      <vt:lpstr>Terraform Best Practices</vt:lpstr>
      <vt:lpstr>AI-Assisted Terraform Engineering</vt:lpstr>
      <vt:lpstr>Security &amp; Governance</vt:lpstr>
      <vt:lpstr>Recommended Live Demo Flow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Balraj Singh</cp:lastModifiedBy>
  <cp:revision>4</cp:revision>
  <dcterms:created xsi:type="dcterms:W3CDTF">2013-01-27T09:14:16Z</dcterms:created>
  <dcterms:modified xsi:type="dcterms:W3CDTF">2026-05-24T00:39:53Z</dcterms:modified>
  <cp:category/>
</cp:coreProperties>
</file>